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4" r:id="rId4"/>
    <p:sldId id="265" r:id="rId5"/>
    <p:sldId id="266" r:id="rId6"/>
    <p:sldId id="263" r:id="rId7"/>
    <p:sldId id="316" r:id="rId8"/>
    <p:sldId id="317" r:id="rId9"/>
    <p:sldId id="318" r:id="rId10"/>
    <p:sldId id="319" r:id="rId11"/>
    <p:sldId id="320" r:id="rId12"/>
    <p:sldId id="32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25" autoAdjust="0"/>
  </p:normalViewPr>
  <p:slideViewPr>
    <p:cSldViewPr snapToGrid="0">
      <p:cViewPr varScale="1">
        <p:scale>
          <a:sx n="48" d="100"/>
          <a:sy n="48" d="100"/>
        </p:scale>
        <p:origin x="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Контейнеры стандартной библиотеки языка С++.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Последовательные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Ty, std::</a:t>
            </a:r>
            <a:r>
              <a:rPr lang="en-US" b="1" i="1" dirty="0" err="1">
                <a:latin typeface="Consolas" panose="020B0609020204030204" pitchFamily="49" charset="0"/>
              </a:rPr>
              <a:t>size_t</a:t>
            </a:r>
            <a:r>
              <a:rPr lang="en-US" b="1" i="1" dirty="0">
                <a:latin typeface="Consolas" panose="020B0609020204030204" pitchFamily="49" charset="0"/>
              </a:rPr>
              <a:t> N&gt;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array </a:t>
            </a:r>
            <a:r>
              <a:rPr lang="ru-RU" dirty="0">
                <a:latin typeface="Consolas" panose="020B0609020204030204" pitchFamily="49" charset="0"/>
              </a:rPr>
              <a:t>–контейнер с фиксированной длиной и типом данных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 class Allocator =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vector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– последовательный контейнер с типом данных произвольной длины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template &lt;class Type, class Allocator =allocator&lt;Type&gt;&gt; class deque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i="0" dirty="0">
                <a:solidFill>
                  <a:srgbClr val="161616"/>
                </a:solidFill>
                <a:effectLst/>
                <a:latin typeface="SFMono-Regular"/>
              </a:rPr>
              <a:t>– двунаправленная очередь с быстрой операцией вставки в конец и удаления в конце</a:t>
            </a:r>
            <a:endParaRPr lang="ru-RU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73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Последовательные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 class Allocator= 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list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/>
              <a:t>– двунаправленный список с операциями вставки и удаления в произвольном месте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Allocator = 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</a:t>
            </a:r>
            <a:r>
              <a:rPr lang="en-US" b="1" i="1" dirty="0" err="1">
                <a:latin typeface="Consolas" panose="020B0609020204030204" pitchFamily="49" charset="0"/>
              </a:rPr>
              <a:t>forward_list</a:t>
            </a:r>
            <a:r>
              <a:rPr lang="ru-RU" dirty="0"/>
              <a:t> – однонаправленный список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b="1" i="1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617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Consolas" panose="020B0609020204030204" pitchFamily="49" charset="0"/>
              </a:rPr>
              <a:t>template &lt;class Type, class Container= deque &lt;Type&gt;&gt; class stack </a:t>
            </a:r>
            <a:r>
              <a:rPr lang="ru-RU" b="1" i="1" dirty="0">
                <a:effectLst/>
              </a:rPr>
              <a:t>– </a:t>
            </a:r>
            <a:r>
              <a:rPr lang="ru-RU" dirty="0">
                <a:effectLst/>
              </a:rPr>
              <a:t>«последним пришёл – первым вышел»</a:t>
            </a:r>
            <a:endParaRPr lang="ru-RU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2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Ассоциативные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Key,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Type,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Traits = less&lt;Key&gt;,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Allocator=allocator&lt;pair &lt;const Key, Type&gt;&gt;&gt;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map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/>
              <a:t>– «ключ-значение», элементы отсортированы по ключу согласно порядку сортировки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/>
              <a:t>template &lt;class Key,</a:t>
            </a:r>
            <a:r>
              <a:rPr lang="ru-RU" b="1" i="1" dirty="0"/>
              <a:t> </a:t>
            </a:r>
            <a:r>
              <a:rPr lang="en-US" b="1" i="1" dirty="0"/>
              <a:t>class Traits=less&lt;Key&gt;,</a:t>
            </a:r>
            <a:r>
              <a:rPr lang="ru-RU" b="1" i="1" dirty="0"/>
              <a:t> </a:t>
            </a:r>
            <a:r>
              <a:rPr lang="en-US" b="1" i="1" dirty="0"/>
              <a:t>class Allocator=allocator&lt;Key&gt;&gt;</a:t>
            </a:r>
            <a:r>
              <a:rPr lang="ru-RU" b="1" i="1" dirty="0"/>
              <a:t> </a:t>
            </a:r>
            <a:r>
              <a:rPr lang="en-US" b="1" i="1" dirty="0"/>
              <a:t>class set</a:t>
            </a:r>
            <a:r>
              <a:rPr lang="ru-RU" dirty="0"/>
              <a:t> – отсортированный двунаправленный список уникальных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14675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4DC28-AA72-A6AD-9247-2056B7AE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Есть ли другие контейнеры?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C2A2F7-AC1D-1FC7-A9F4-DEB22D8679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765" y="1825625"/>
            <a:ext cx="868247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21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36AF0-DB06-3726-4300-BFE9125C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416CB-73FB-F057-2A87-6A93F2A4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В C++ STL алгоритмы — это шаблонные функции из заголовка &lt;</a:t>
            </a:r>
            <a:r>
              <a:rPr lang="ru-RU" dirty="0" err="1"/>
              <a:t>algorithm</a:t>
            </a:r>
            <a:r>
              <a:rPr lang="ru-RU" dirty="0"/>
              <a:t>&gt;, которые работают с контейнерами через итераторы. </a:t>
            </a:r>
          </a:p>
          <a:p>
            <a:pPr algn="just"/>
            <a:r>
              <a:rPr lang="ru-RU" dirty="0"/>
              <a:t>Их ключевое преимущество в </a:t>
            </a:r>
            <a:r>
              <a:rPr lang="ru-RU" b="1" i="1" dirty="0"/>
              <a:t>универсальности</a:t>
            </a:r>
            <a:r>
              <a:rPr lang="ru-RU" dirty="0"/>
              <a:t>: один и тот же алгоритм можно применять к разным контейнерам (например, к </a:t>
            </a:r>
            <a:r>
              <a:rPr lang="ru-RU" dirty="0" err="1"/>
              <a:t>vector</a:t>
            </a:r>
            <a:r>
              <a:rPr lang="ru-RU" dirty="0"/>
              <a:t>, </a:t>
            </a:r>
            <a:r>
              <a:rPr lang="ru-RU" dirty="0" err="1"/>
              <a:t>list</a:t>
            </a:r>
            <a:r>
              <a:rPr lang="ru-RU" dirty="0"/>
              <a:t>, </a:t>
            </a:r>
            <a:r>
              <a:rPr lang="ru-RU" dirty="0" err="1"/>
              <a:t>set</a:t>
            </a:r>
            <a:r>
              <a:rPr lang="ru-RU" dirty="0"/>
              <a:t>) без переписывания кода.</a:t>
            </a:r>
          </a:p>
        </p:txBody>
      </p:sp>
    </p:spTree>
    <p:extLst>
      <p:ext uri="{BB962C8B-B14F-4D97-AF65-F5344CB8AC3E}">
        <p14:creationId xmlns:p14="http://schemas.microsoft.com/office/powerpoint/2010/main" val="268464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9228E-D496-1472-4E31-6C2AA300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EDB7B-7386-5941-B568-49ED283D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Немодифицирующие</a:t>
            </a:r>
            <a:r>
              <a:rPr lang="ru-RU" dirty="0"/>
              <a:t> – не меняют порядок или значения элементов в контейнере. </a:t>
            </a:r>
          </a:p>
          <a:p>
            <a:r>
              <a:rPr lang="ru-RU" dirty="0"/>
              <a:t>Примеры: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find</a:t>
            </a:r>
            <a:r>
              <a:rPr lang="ru-RU" dirty="0"/>
              <a:t> (поиск элемента).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count</a:t>
            </a:r>
            <a:r>
              <a:rPr lang="ru-RU" dirty="0"/>
              <a:t> (подсчёт элементов, равных заданному).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adjacent_find</a:t>
            </a:r>
            <a:r>
              <a:rPr lang="ru-RU" dirty="0"/>
              <a:t> (поиск двух соседних равных элементов).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808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52A1-D2C9-21AA-FDF7-789E251A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44CF9-5382-9625-2F61-0D6B4E12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D777AE-CABB-5BD7-505B-FC602860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Модифицирующие – изменяют контейнер.</a:t>
            </a:r>
          </a:p>
          <a:p>
            <a:r>
              <a:rPr lang="ru-RU" dirty="0"/>
              <a:t>Примеры: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sort</a:t>
            </a:r>
            <a:r>
              <a:rPr lang="ru-RU" dirty="0"/>
              <a:t> (сортировка элементов)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ru-RU" dirty="0" err="1"/>
              <a:t>everse</a:t>
            </a:r>
            <a:r>
              <a:rPr lang="ru-RU" dirty="0"/>
              <a:t> (изменение порядка элементов)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</a:t>
            </a:r>
            <a:r>
              <a:rPr lang="ru-RU" dirty="0" err="1"/>
              <a:t>nique</a:t>
            </a:r>
            <a:r>
              <a:rPr lang="ru-RU" dirty="0"/>
              <a:t> (удаление дубликатов)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ru-RU" dirty="0" err="1"/>
              <a:t>otate</a:t>
            </a:r>
            <a:r>
              <a:rPr lang="ru-RU" dirty="0"/>
              <a:t> (циклический сдвиг элементов)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68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FD2C-8294-19D1-74B1-AC78D508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439D4-5574-20AC-CB07-578ABB2B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29DC12-3FE6-9C75-C515-268D169DA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Алгоритмы для работы с итераторами</a:t>
            </a:r>
            <a:r>
              <a:rPr lang="en-US" dirty="0"/>
              <a:t> – </a:t>
            </a:r>
            <a:r>
              <a:rPr lang="ru-RU" dirty="0"/>
              <a:t>действуют только на уровне итераторов, не зная о контейнере. </a:t>
            </a:r>
          </a:p>
          <a:p>
            <a:pPr algn="just"/>
            <a:r>
              <a:rPr lang="ru-RU" dirty="0"/>
              <a:t>Примеры: 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copy</a:t>
            </a:r>
            <a:r>
              <a:rPr lang="ru-RU" dirty="0"/>
              <a:t> (копирование диапазона).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fill</a:t>
            </a:r>
            <a:r>
              <a:rPr lang="ru-RU" dirty="0"/>
              <a:t> (заполнение диапазона значением).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swap</a:t>
            </a:r>
            <a:r>
              <a:rPr lang="ru-RU" dirty="0"/>
              <a:t> (обмен элементами).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649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2A2D-9CE5-F8BB-22AC-0AC6027E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7C57D-ED93-2AB9-7BE9-4FEDAF29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4FCEC1-8EC3-FBE8-796D-D39B9E85E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Алгоритмы поиска и сортировки – помогают находить элементы или упорядочивать данные.</a:t>
            </a:r>
          </a:p>
          <a:p>
            <a:r>
              <a:rPr lang="ru-RU" dirty="0"/>
              <a:t>Примеры: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binary_search</a:t>
            </a:r>
            <a:r>
              <a:rPr lang="ru-RU" dirty="0"/>
              <a:t> (бинарный поиск в отсортированном диапазоне).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lower_bound</a:t>
            </a:r>
            <a:r>
              <a:rPr lang="ru-RU" dirty="0"/>
              <a:t> и </a:t>
            </a:r>
            <a:r>
              <a:rPr lang="ru-RU" dirty="0" err="1"/>
              <a:t>upper_bound</a:t>
            </a:r>
            <a:r>
              <a:rPr lang="ru-RU" dirty="0"/>
              <a:t> (поиск элемента не превосходящего определённого значения).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852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704A-EAC0-F1DA-F35E-AD3C3675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ED034-3AE7-6BF8-137A-FD2CC71C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над контейнерами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A40B3-0D96-0EDB-4A5A-C0C387697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Генераторы. Создают новые последовательности.</a:t>
            </a:r>
          </a:p>
          <a:p>
            <a:pPr algn="just"/>
            <a:r>
              <a:rPr lang="ru-RU" dirty="0"/>
              <a:t>Примеры: 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transform</a:t>
            </a:r>
            <a:r>
              <a:rPr lang="ru-RU" dirty="0"/>
              <a:t> (применяет функцию к каждому </a:t>
            </a:r>
            <a:r>
              <a:rPr lang="ru-RU"/>
              <a:t>элементу).</a:t>
            </a:r>
            <a:endParaRPr lang="ru-RU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accumulate</a:t>
            </a:r>
            <a:r>
              <a:rPr lang="ru-RU" dirty="0"/>
              <a:t> (вычисление суммы или другого агрегатного значения).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0171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477</Words>
  <Application>Microsoft Office PowerPoint</Application>
  <PresentationFormat>Широкоэкранный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SFMono-Regular</vt:lpstr>
      <vt:lpstr>Тема Office</vt:lpstr>
      <vt:lpstr>Контейнеры стандартной библиотеки языка С++.</vt:lpstr>
      <vt:lpstr>Контейнеры стандартной библиотеки C++</vt:lpstr>
      <vt:lpstr>Контейнеры стандартной библиотеки C++</vt:lpstr>
      <vt:lpstr>Контейнеры стандартной библиотеки C++</vt:lpstr>
      <vt:lpstr>Контейнеры стандартной библиотеки C++</vt:lpstr>
      <vt:lpstr>Есть ли другие контейнеры?</vt:lpstr>
      <vt:lpstr>Алгоритмы над контейнерами</vt:lpstr>
      <vt:lpstr>Алгоритмы над контейнерами</vt:lpstr>
      <vt:lpstr>Алгоритмы над контейнерами</vt:lpstr>
      <vt:lpstr>Алгоритмы над контейнерами</vt:lpstr>
      <vt:lpstr>Алгоритмы над контейнерами</vt:lpstr>
      <vt:lpstr>Алгоритмы над контейнерами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65</cp:revision>
  <dcterms:created xsi:type="dcterms:W3CDTF">2024-09-02T04:38:38Z</dcterms:created>
  <dcterms:modified xsi:type="dcterms:W3CDTF">2026-08-24T15:20:09Z</dcterms:modified>
</cp:coreProperties>
</file>